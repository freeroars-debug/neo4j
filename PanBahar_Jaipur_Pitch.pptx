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A5C2A">
              <a:alpha val="15000"/>
            </a:srgbClr>
          </a:solidFill>
          <a:ln w="12700">
            <a:solidFill>
              <a:srgbClr val="1A5C2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C9973A">
              <a:alpha val="12000"/>
            </a:srgbClr>
          </a:solidFill>
          <a:ln w="12700">
            <a:solidFill>
              <a:srgbClr val="C9973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0"/>
            <a:ext cx="4572000" cy="4572000"/>
          </a:xfrm>
          <a:prstGeom prst="ellipse">
            <a:avLst/>
          </a:prstGeom>
          <a:solidFill>
            <a:srgbClr val="2E7D3E">
              <a:alpha val="8000"/>
            </a:srgbClr>
          </a:solidFill>
          <a:ln w="12700">
            <a:solidFill>
              <a:srgbClr val="2E7D3E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BAHAR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 GRAND SPECTACLE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PITCH DECK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 KI SHAAM — JAIPUR KI PEHCHAAN  |  ONE NIGHT. ONE BRAND. HISTORY MADE.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8346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48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E8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103120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834640"/>
            <a:ext cx="548640" cy="548640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3566160"/>
            <a:ext cx="548640" cy="548640"/>
          </a:xfrm>
          <a:prstGeom prst="ellipse">
            <a:avLst/>
          </a:prstGeom>
          <a:solidFill>
            <a:srgbClr val="E8C06A"/>
          </a:solidFill>
          <a:ln w="12700">
            <a:solidFill>
              <a:srgbClr val="E8C0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4023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Jaipur.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Painted Gold.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Forever.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legendary evening.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Pink City becomes Golden.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1508760"/>
            <a:ext cx="36576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50-acre grand ground — Jaipur's largest ever brand event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2103120"/>
            <a:ext cx="36576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lakh+ live audience — India's biggest branded spectacle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2697480"/>
            <a:ext cx="36576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world-class activations stacked into one night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3291840"/>
            <a:ext cx="36576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246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Guinness World Record attempts on a single stage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0" y="3886200"/>
            <a:ext cx="36576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840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digital impressions in 72 hours post-event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 ART INSTALLATION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7772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Bahar Logo Emerging From Ancient India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CANVAS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1031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sq ft of pure sand — India's largest ever live sand art canvas spread across the ground entrance zone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21031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sand artists tell the 5,000-year journey of Indian pan culture, culminating in the Pan Bahar logo emerging from ancient spice routes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417320"/>
            <a:ext cx="260604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LEGACY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72200" y="21031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time-lapse filmed in 8K broadcast on the main screen at finale. Physical artwork gifted to Jaipur city as a permanent installation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6 HOURS LIVE CREATION   |   🏆  GUINNESS RECORD ATTEMPT   |   🎬  8K DOCUMENTARY CONTENT   |   🏛  PERMANENT JAIPUR LEGACY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9144000" cy="5486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28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 ELEPHANT + CAMEL PROCESSION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7132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Jaipur's Cultural DNA Weaponised As A Brand Moment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5087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508760"/>
            <a:ext cx="192024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1148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Elephants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926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Bahar gold &amp; green ceremonial attire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68880" y="15087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68880" y="1508760"/>
            <a:ext cx="192024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256032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926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flags across 5km procession route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15087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1508760"/>
            <a:ext cx="192024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470916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Performers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09160" y="2926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Dhol players &amp; Kalbelia dancers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766560" y="15087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66560" y="1508760"/>
            <a:ext cx="1920240" cy="7315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5KM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685800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58000" y="2926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Jaipur witnesses the arrival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0D1A0F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Flower cannons shoot green &amp; gold petals along the route  ·  Viral BEFORE the event even begins  ·  News channels cover it as breaking cultural news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1A5C2A">
              <a:alpha val="10000"/>
            </a:srgbClr>
          </a:solidFill>
          <a:ln w="12700">
            <a:solidFill>
              <a:srgbClr val="1A5C2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MOSAIC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234440" y="7498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GUINNESS WORLD RECORD — India's Largest Human Brand Logo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170432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90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spc="600" kern="0" dirty="0">
                <a:solidFill>
                  <a:srgbClr val="E8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3520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coloured paddles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Pan Bahar logo from above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147218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Guinness adjudicator present on ground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211226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057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footage from 1,000ft altitude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75234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all national news channels — zero media buy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339242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3337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Bull's proven strategy: records = earned media worth hundreds of crores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403250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attendee becomes part of history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CROWD IS THE CAMPAIGN.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9144000" cy="5486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BRANDED HOT AIR BALLOONS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73152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Glow  —  India's Most Viral Sky Moment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463040"/>
            <a:ext cx="54864" cy="8686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SKY CANVAS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7922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giant green &amp; gold Pan Bahar balloons tethered across the entire 50-acre ground — a glowing balloon forest unlike anything India has seen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 GLOW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8895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nightfall, all 100 balloons illuminate from within simultaneously — turning the ground into a surreal galaxy of Pan Bahar gold floating overhead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3657600"/>
            <a:ext cx="54864" cy="8686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AERIAL LOGO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9867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from drone cameras above — the 100 balloons are positioned to spell out PAN BAHAR — satellite footage released as press asset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463040"/>
            <a:ext cx="4023360" cy="6400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16276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IN INDIA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205740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Hot Air Balloon Night Glow Festival in Hyderabad became the event's most viral moment — families gathered, cameras clicked endlessly, and it created a carnival-like atmosphere that no activation before it had achieved.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 passes sold out within hours. Bookings managed through BookMyShow. Every national publication covered it as cultural news — zero paid media.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Bahar does this at 10× the scale — 100 balloons vs. Hyderabad's handful.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BALLOONS  |  50 ACRES  |  ALL ILLUMINATED SIMULTANEOUSLY  |  INDIA'S FIRST AT THIS SCALE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03366">
              <a:alpha val="25000"/>
            </a:srgbClr>
          </a:solidFill>
          <a:ln w="12700">
            <a:solidFill>
              <a:srgbClr val="00336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114800" cy="4114800"/>
          </a:xfrm>
          <a:prstGeom prst="ellipse">
            <a:avLst/>
          </a:prstGeom>
          <a:solidFill>
            <a:srgbClr val="2E7D3E">
              <a:alpha val="12000"/>
            </a:srgbClr>
          </a:solidFill>
          <a:ln w="12700">
            <a:solidFill>
              <a:srgbClr val="2E7D3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1,500-LASER GRID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234440" y="7498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Smashing The Guinness World Record On Indian Soil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170432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WORLD RECORD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7360"/>
            <a:ext cx="3657600" cy="1371600"/>
          </a:xfrm>
          <a:prstGeom prst="rect">
            <a:avLst/>
          </a:prstGeom>
          <a:solidFill>
            <a:srgbClr val="0D1A0D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— Verknipt ArenA 2025, Amsterdam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605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BAHAR, JAIPUR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0" y="1737360"/>
            <a:ext cx="3657600" cy="1371600"/>
          </a:xfrm>
          <a:prstGeom prst="rect">
            <a:avLst/>
          </a:prstGeom>
          <a:solidFill>
            <a:srgbClr val="0F1F0A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1737360"/>
            <a:ext cx="36576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6200" dirty="0"/>
          </a:p>
        </p:txBody>
      </p:sp>
      <p:sp>
        <p:nvSpPr>
          <p:cNvPr id="19" name="Text 16"/>
          <p:cNvSpPr/>
          <p:nvPr/>
        </p:nvSpPr>
        <p:spPr>
          <a:xfrm>
            <a:off x="5029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 — India's First Guinness Laser Record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383280"/>
            <a:ext cx="201168" cy="20116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337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&amp; vertical beams enhanced by fog machines — entire 50-acre ground becomes a laser cathedral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65760" y="3886200"/>
            <a:ext cx="201168" cy="20116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840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Bahar logo cut into the night sky in pure beam light — visible 20km from Jaipur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65760" y="4389120"/>
            <a:ext cx="201168" cy="20116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343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beat-for-beat to live music — lasers pulse, rotate, and sweep with every drop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9144000" cy="5486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PROJECTION MAPPING — AMER FORT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73152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500-Year-Old Fort Becomes A Living Brand Canvas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46304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64208"/>
            <a:ext cx="502920" cy="50292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Rajputana Gaurav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011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walls come alive — Rajput warriors ride in battle, cannons fire, flags unfurl. Full cinematic war scene on 500-year-old stone.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146304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664208"/>
            <a:ext cx="502920" cy="50292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068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Jaipur Ki Kahani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40680" y="2011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Maharaja Jai Singh II founds the Pink City. Architecture blooms across the walls in colour. The crowd sees their city's birth.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0040" y="306324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97280" y="3227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Bahar Ka Safar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611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pan heritage travels the fort walls — spice routes, Mughal courts, nawabs. Pan Bahar emerges as the natural heir of this legacy.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306324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64408"/>
            <a:ext cx="502920" cy="502920"/>
          </a:xfrm>
          <a:prstGeom prst="ellipse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40680" y="3227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Jaipur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440680" y="36118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Amer Fort turns Pan Bahar GOLD. Fireworks launch from the ramparts. Ground crowd sees a golden fort + golden sky simultaneously.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A0F"/>
          </a:solidFill>
          <a:ln w="12700">
            <a:solidFill>
              <a:srgbClr val="0D1A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ULTRA-HIGH-LUMEN PROJECTORS  |  VISIBLE FROM THE GROUND 4KM AWAY  |  NEVER DONE AT THIS SCALE IN INDIA — EVER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6400800" cy="6400800"/>
          </a:xfrm>
          <a:prstGeom prst="ellipse">
            <a:avLst/>
          </a:prstGeom>
          <a:solidFill>
            <a:srgbClr val="C9973A">
              <a:alpha val="6000"/>
            </a:srgbClr>
          </a:solidFill>
          <a:ln w="12700">
            <a:solidFill>
              <a:srgbClr val="C9973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822960" cy="82296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4688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SYNCHRONIZED LED WRISTBAND OCEAN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234440" y="74980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Lakh People Become A Single Living Light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170432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371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2,00,000</a:t>
            </a:r>
            <a:endParaRPr lang="en-US" sz="8200" dirty="0"/>
          </a:p>
        </p:txBody>
      </p:sp>
      <p:sp>
        <p:nvSpPr>
          <p:cNvPr id="10" name="Text 7"/>
          <p:cNvSpPr/>
          <p:nvPr/>
        </p:nvSpPr>
        <p:spPr>
          <a:xfrm>
            <a:off x="365760" y="2880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WRISTBANDS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As One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0" y="1417320"/>
            <a:ext cx="54864" cy="7132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13716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Coldplay's Proven Magic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12080" y="16733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by Coldplay — turning stadiums into coordinated light oceans where fans are the show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0" y="2313432"/>
            <a:ext cx="54864" cy="713232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22677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Choreography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12080" y="256946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split into sectors — waves of Pan Bahar gold sweep across 2 lakh people like a living pan leaf in the wind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0" y="3209544"/>
            <a:ext cx="54864" cy="7132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31638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Moment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12080" y="34655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night — every wristband in the ground pulses Pan Bahar GOLD simultaneously. A human golden sea seen from satellites.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0" y="4105656"/>
            <a:ext cx="54864" cy="713232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40599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Forever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12080" y="43616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attendee takes the wristband home. Pan Bahar branding worn for weeks after the event.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ENTIRE CROWD IS THE SHOW.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 IN ORDER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Activations Stacked For Maximum Emotional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1234440"/>
            <a:ext cx="228600" cy="22860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3624" y="146304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19786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1978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143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Elephant Procession enters the 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691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63040" y="1783080"/>
            <a:ext cx="228600" cy="228600"/>
          </a:xfrm>
          <a:prstGeom prst="ellipse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63624" y="201168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174650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746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16916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open — LED Wristbands given at entry, Sand Art begins 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240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PM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2331720"/>
            <a:ext cx="228600" cy="228600"/>
          </a:xfrm>
          <a:prstGeom prst="ellipse">
            <a:avLst/>
          </a:prstGeom>
          <a:solidFill>
            <a:srgbClr val="E8C06A"/>
          </a:solidFill>
          <a:ln w="12700">
            <a:solidFill>
              <a:srgbClr val="E8C0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63624" y="256032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29514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2295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22402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Hot Air Balloons rise — the sky becomes Pan Bahar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63040" y="2880360"/>
            <a:ext cx="228600" cy="22860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63624" y="310896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284378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28437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27889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Mosaic — 50,000 form Guinness logo from above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3337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PM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63040" y="3429000"/>
            <a:ext cx="228600" cy="228600"/>
          </a:xfrm>
          <a:prstGeom prst="ellipse">
            <a:avLst/>
          </a:prstGeom>
          <a:solidFill>
            <a:srgbClr val="2E7D3E"/>
          </a:solidFill>
          <a:ln w="12700">
            <a:solidFill>
              <a:srgbClr val="2E7D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63624" y="365760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3080" y="339242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392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33375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 Fort 3D Projection show begins — fort turns gold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3886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PM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3977640"/>
            <a:ext cx="228600" cy="228600"/>
          </a:xfrm>
          <a:prstGeom prst="ellipse">
            <a:avLst/>
          </a:prstGeom>
          <a:solidFill>
            <a:srgbClr val="E8C06A"/>
          </a:solidFill>
          <a:ln w="12700">
            <a:solidFill>
              <a:srgbClr val="E8C0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63624" y="4206240"/>
            <a:ext cx="2743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394106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941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38862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Laser Grid — Guinness World Record broken. LED Wristband ocean peaks.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" y="4434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PM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4526280"/>
            <a:ext cx="228600" cy="22860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83080" y="448970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83080" y="4489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63240" y="44348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All 6 activations simultaneously. Jaipur never forgets.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A5C2A">
              <a:alpha val="12000"/>
            </a:srgbClr>
          </a:solidFill>
          <a:ln w="12700">
            <a:solidFill>
              <a:srgbClr val="1A5C2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C9973A">
              <a:alpha val="10000"/>
            </a:srgbClr>
          </a:solidFill>
          <a:ln w="12700">
            <a:solidFill>
              <a:srgbClr val="C9973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BAHAR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743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AF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just visit Jaipur.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 Bahar becomes part of Jaipur's story — forever.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3017520"/>
            <a:ext cx="1828800" cy="1828800"/>
          </a:xfrm>
          <a:prstGeom prst="ellipse">
            <a:avLst/>
          </a:prstGeom>
          <a:solidFill>
            <a:srgbClr val="1A5C2A">
              <a:alpha val="80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154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2L+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017520"/>
            <a:ext cx="1828800" cy="1828800"/>
          </a:xfrm>
          <a:prstGeom prst="ellipse">
            <a:avLst/>
          </a:prstGeom>
          <a:solidFill>
            <a:srgbClr val="1A5C2A">
              <a:alpha val="80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154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4048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Impressions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1828800" cy="1828800"/>
          </a:xfrm>
          <a:prstGeom prst="ellipse">
            <a:avLst/>
          </a:prstGeom>
          <a:solidFill>
            <a:srgbClr val="1A5C2A">
              <a:alpha val="80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154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Guinness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SONE KI SHAAM — JAIPUR KI PEHCHAAN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 Bahar — Jaipur Grand Spectacle</dc:title>
  <dc:subject>PptxGenJS Presentation</dc:subject>
  <dc:creator>PptxGenJS</dc:creator>
  <cp:lastModifiedBy>PptxGenJS</cp:lastModifiedBy>
  <cp:revision>1</cp:revision>
  <dcterms:created xsi:type="dcterms:W3CDTF">2026-05-26T04:57:50Z</dcterms:created>
  <dcterms:modified xsi:type="dcterms:W3CDTF">2026-05-26T04:57:50Z</dcterms:modified>
</cp:coreProperties>
</file>